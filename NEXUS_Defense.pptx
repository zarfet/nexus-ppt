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1_01_Opening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2_02_The_real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3_03_The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4_04_The_c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5_05_The_bottlen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6_06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7_07_The_rev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8_08_The_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9_09_DIKW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0_10_The_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1_11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2_12_User_Journey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3_13_The_tool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4_14_Con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5_15_Video_re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6_16_Thank_y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7_B1_Why_DIK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8_B2_Case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9_B3_Generaliz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0_B4_Scoring_algorith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1_B5_Tie_han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2_B6_Govern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3_B7_TFM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4_B8_Information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— Defense</dc:title>
  <dc:subject>PptxGenJS Presentation</dc:subject>
  <dc:creator>Ilverzon Zarate</dc:creator>
  <cp:lastModifiedBy>Ilverzon Zarate</cp:lastModifiedBy>
  <cp:revision>1</cp:revision>
  <dcterms:created xsi:type="dcterms:W3CDTF">2026-07-01T17:59:18Z</dcterms:created>
  <dcterms:modified xsi:type="dcterms:W3CDTF">2026-07-01T17:59:18Z</dcterms:modified>
</cp:coreProperties>
</file>